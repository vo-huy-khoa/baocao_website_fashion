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E0ED55-1035-47A6-87BB-A9F9592A8245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C32796D-7FC5-46DE-AF09-8F89A2EE1E7F}">
      <dgm:prSet phldrT="[Text]" custT="1"/>
      <dgm:spPr/>
      <dgm:t>
        <a:bodyPr/>
        <a:lstStyle/>
        <a:p>
          <a:r>
            <a:rPr lang="vi-VN" sz="4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Lý do chọn đề tài</a:t>
          </a:r>
          <a:endParaRPr lang="en-US" sz="4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BB2E83-34F5-4B07-905F-514A82F29CB3}" type="parTrans" cxnId="{95351173-BAE4-4C5F-B917-8DFC11B999D2}">
      <dgm:prSet/>
      <dgm:spPr/>
      <dgm:t>
        <a:bodyPr/>
        <a:lstStyle/>
        <a:p>
          <a:endParaRPr lang="en-US"/>
        </a:p>
      </dgm:t>
    </dgm:pt>
    <dgm:pt modelId="{78BBA764-4256-497D-B970-273FE9EE0A91}" type="sibTrans" cxnId="{95351173-BAE4-4C5F-B917-8DFC11B999D2}">
      <dgm:prSet/>
      <dgm:spPr/>
      <dgm:t>
        <a:bodyPr/>
        <a:lstStyle/>
        <a:p>
          <a:endParaRPr lang="en-US"/>
        </a:p>
      </dgm:t>
    </dgm:pt>
    <dgm:pt modelId="{48169A28-58FF-4B0F-8928-D36787DB974F}">
      <dgm:prSet phldrT="[Text]" custT="1"/>
      <dgm:spPr/>
      <dgm:t>
        <a:bodyPr/>
        <a:lstStyle/>
        <a:p>
          <a:r>
            <a:rPr lang="vi-VN" sz="4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Cơ sở lý thuyết</a:t>
          </a:r>
          <a:endParaRPr lang="en-US" sz="4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D100AB-870D-44D1-A1D8-DCE461AB4439}" type="parTrans" cxnId="{E6C6BE73-FCE5-4BD7-9CED-0412AF8544FE}">
      <dgm:prSet/>
      <dgm:spPr/>
      <dgm:t>
        <a:bodyPr/>
        <a:lstStyle/>
        <a:p>
          <a:endParaRPr lang="en-US"/>
        </a:p>
      </dgm:t>
    </dgm:pt>
    <dgm:pt modelId="{08773B5B-42E1-462F-9535-87D60DA0C084}" type="sibTrans" cxnId="{E6C6BE73-FCE5-4BD7-9CED-0412AF8544FE}">
      <dgm:prSet/>
      <dgm:spPr/>
      <dgm:t>
        <a:bodyPr/>
        <a:lstStyle/>
        <a:p>
          <a:endParaRPr lang="en-US"/>
        </a:p>
      </dgm:t>
    </dgm:pt>
    <dgm:pt modelId="{F75DF803-873E-4BBF-9E05-2B6D402DACE2}">
      <dgm:prSet phldrT="[Text]" custT="1"/>
      <dgm:spPr/>
      <dgm:t>
        <a:bodyPr/>
        <a:lstStyle/>
        <a:p>
          <a:r>
            <a:rPr lang="vi-VN" sz="4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Giới thiệu chương trình</a:t>
          </a:r>
          <a:endParaRPr lang="en-US" sz="4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FBADED-C01B-4F44-AAC4-06C2FD04FE2B}" type="parTrans" cxnId="{F8389BD4-2954-4A12-AA91-1CF853D339DE}">
      <dgm:prSet/>
      <dgm:spPr/>
      <dgm:t>
        <a:bodyPr/>
        <a:lstStyle/>
        <a:p>
          <a:endParaRPr lang="en-US"/>
        </a:p>
      </dgm:t>
    </dgm:pt>
    <dgm:pt modelId="{6D282084-D417-4504-AEFA-CC299CF9593F}" type="sibTrans" cxnId="{F8389BD4-2954-4A12-AA91-1CF853D339DE}">
      <dgm:prSet/>
      <dgm:spPr/>
      <dgm:t>
        <a:bodyPr/>
        <a:lstStyle/>
        <a:p>
          <a:endParaRPr lang="en-US"/>
        </a:p>
      </dgm:t>
    </dgm:pt>
    <dgm:pt modelId="{332AFA2F-A72B-4AB1-89FA-B08ABDD5FB54}">
      <dgm:prSet phldrT="[Text]" custT="1"/>
      <dgm:spPr/>
      <dgm:t>
        <a:bodyPr/>
        <a:lstStyle/>
        <a:p>
          <a:r>
            <a:rPr lang="vi-VN" sz="4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Kết luận</a:t>
          </a:r>
          <a:endParaRPr lang="en-US" sz="4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E19A6B-3C53-43DC-BAA0-099E074728B3}" type="parTrans" cxnId="{608C6533-BB1A-45C3-9CBC-BAE566BB14D0}">
      <dgm:prSet/>
      <dgm:spPr/>
      <dgm:t>
        <a:bodyPr/>
        <a:lstStyle/>
        <a:p>
          <a:endParaRPr lang="en-US"/>
        </a:p>
      </dgm:t>
    </dgm:pt>
    <dgm:pt modelId="{D95B7E8B-58A7-45C8-B044-18FF33B0B77C}" type="sibTrans" cxnId="{608C6533-BB1A-45C3-9CBC-BAE566BB14D0}">
      <dgm:prSet/>
      <dgm:spPr/>
      <dgm:t>
        <a:bodyPr/>
        <a:lstStyle/>
        <a:p>
          <a:endParaRPr lang="en-US"/>
        </a:p>
      </dgm:t>
    </dgm:pt>
    <dgm:pt modelId="{46D64D7B-FF2E-4F92-8D41-6F634E53DAC5}" type="pres">
      <dgm:prSet presAssocID="{5FE0ED55-1035-47A6-87BB-A9F9592A8245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BAF27411-FC86-4668-8A67-0E6F36073744}" type="pres">
      <dgm:prSet presAssocID="{5FE0ED55-1035-47A6-87BB-A9F9592A8245}" presName="Name1" presStyleCnt="0"/>
      <dgm:spPr/>
    </dgm:pt>
    <dgm:pt modelId="{4BBAC1CC-7B9D-4034-B51D-500CFAC5DCA2}" type="pres">
      <dgm:prSet presAssocID="{5FE0ED55-1035-47A6-87BB-A9F9592A8245}" presName="cycle" presStyleCnt="0"/>
      <dgm:spPr/>
    </dgm:pt>
    <dgm:pt modelId="{C06E4A82-FF32-4148-93A5-48C73DB6DCB0}" type="pres">
      <dgm:prSet presAssocID="{5FE0ED55-1035-47A6-87BB-A9F9592A8245}" presName="srcNode" presStyleLbl="node1" presStyleIdx="0" presStyleCnt="4"/>
      <dgm:spPr/>
    </dgm:pt>
    <dgm:pt modelId="{8818BCF7-D810-46DB-95D5-B4F933093302}" type="pres">
      <dgm:prSet presAssocID="{5FE0ED55-1035-47A6-87BB-A9F9592A8245}" presName="conn" presStyleLbl="parChTrans1D2" presStyleIdx="0" presStyleCnt="1"/>
      <dgm:spPr/>
      <dgm:t>
        <a:bodyPr/>
        <a:lstStyle/>
        <a:p>
          <a:endParaRPr lang="en-US"/>
        </a:p>
      </dgm:t>
    </dgm:pt>
    <dgm:pt modelId="{4B72E780-8304-41F3-868F-4D34CFF58249}" type="pres">
      <dgm:prSet presAssocID="{5FE0ED55-1035-47A6-87BB-A9F9592A8245}" presName="extraNode" presStyleLbl="node1" presStyleIdx="0" presStyleCnt="4"/>
      <dgm:spPr/>
    </dgm:pt>
    <dgm:pt modelId="{CCF65BFD-AB60-4089-A0B2-D90A1F2EF4FF}" type="pres">
      <dgm:prSet presAssocID="{5FE0ED55-1035-47A6-87BB-A9F9592A8245}" presName="dstNode" presStyleLbl="node1" presStyleIdx="0" presStyleCnt="4"/>
      <dgm:spPr/>
    </dgm:pt>
    <dgm:pt modelId="{ACC4BC2E-82C9-447A-A9CD-D14F84581DCD}" type="pres">
      <dgm:prSet presAssocID="{7C32796D-7FC5-46DE-AF09-8F89A2EE1E7F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D2CDEC-B2F8-482A-98F0-792B678EB9DE}" type="pres">
      <dgm:prSet presAssocID="{7C32796D-7FC5-46DE-AF09-8F89A2EE1E7F}" presName="accent_1" presStyleCnt="0"/>
      <dgm:spPr/>
    </dgm:pt>
    <dgm:pt modelId="{75110A15-1BAF-4E9D-A82A-8953A356C2F7}" type="pres">
      <dgm:prSet presAssocID="{7C32796D-7FC5-46DE-AF09-8F89A2EE1E7F}" presName="accentRepeatNode" presStyleLbl="solidFgAcc1" presStyleIdx="0" presStyleCnt="4"/>
      <dgm:spPr/>
    </dgm:pt>
    <dgm:pt modelId="{6997E989-F4C0-492E-813D-DCAAA9860FEA}" type="pres">
      <dgm:prSet presAssocID="{48169A28-58FF-4B0F-8928-D36787DB974F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E9E88E-6FB0-4713-AF4C-D1EF793CB0C4}" type="pres">
      <dgm:prSet presAssocID="{48169A28-58FF-4B0F-8928-D36787DB974F}" presName="accent_2" presStyleCnt="0"/>
      <dgm:spPr/>
    </dgm:pt>
    <dgm:pt modelId="{4AA21EF4-1A62-4962-8FCE-F730E18B4C54}" type="pres">
      <dgm:prSet presAssocID="{48169A28-58FF-4B0F-8928-D36787DB974F}" presName="accentRepeatNode" presStyleLbl="solidFgAcc1" presStyleIdx="1" presStyleCnt="4"/>
      <dgm:spPr/>
    </dgm:pt>
    <dgm:pt modelId="{A23EFC41-86D8-474B-BF8B-5C3194E835F6}" type="pres">
      <dgm:prSet presAssocID="{F75DF803-873E-4BBF-9E05-2B6D402DACE2}" presName="text_3" presStyleLbl="node1" presStyleIdx="2" presStyleCnt="4" custLinFactNeighborX="620" custLinFactNeighborY="63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717D39-5B49-41E5-BCEF-D2AAC87D364D}" type="pres">
      <dgm:prSet presAssocID="{F75DF803-873E-4BBF-9E05-2B6D402DACE2}" presName="accent_3" presStyleCnt="0"/>
      <dgm:spPr/>
    </dgm:pt>
    <dgm:pt modelId="{F668899B-2E9B-44B7-B8E0-7053CE785A45}" type="pres">
      <dgm:prSet presAssocID="{F75DF803-873E-4BBF-9E05-2B6D402DACE2}" presName="accentRepeatNode" presStyleLbl="solidFgAcc1" presStyleIdx="2" presStyleCnt="4"/>
      <dgm:spPr/>
    </dgm:pt>
    <dgm:pt modelId="{2CD1DD4A-BE3A-4646-A2C5-FDC61DB5CE7A}" type="pres">
      <dgm:prSet presAssocID="{332AFA2F-A72B-4AB1-89FA-B08ABDD5FB54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70AB31-9F42-4531-B482-DF4A63CA27F9}" type="pres">
      <dgm:prSet presAssocID="{332AFA2F-A72B-4AB1-89FA-B08ABDD5FB54}" presName="accent_4" presStyleCnt="0"/>
      <dgm:spPr/>
    </dgm:pt>
    <dgm:pt modelId="{785D91D2-7547-4A30-8514-808EE7EFF044}" type="pres">
      <dgm:prSet presAssocID="{332AFA2F-A72B-4AB1-89FA-B08ABDD5FB54}" presName="accentRepeatNode" presStyleLbl="solidFgAcc1" presStyleIdx="3" presStyleCnt="4"/>
      <dgm:spPr/>
    </dgm:pt>
  </dgm:ptLst>
  <dgm:cxnLst>
    <dgm:cxn modelId="{1C2C828B-4906-4E2F-BE42-89707370CAC3}" type="presOf" srcId="{332AFA2F-A72B-4AB1-89FA-B08ABDD5FB54}" destId="{2CD1DD4A-BE3A-4646-A2C5-FDC61DB5CE7A}" srcOrd="0" destOrd="0" presId="urn:microsoft.com/office/officeart/2008/layout/VerticalCurvedList"/>
    <dgm:cxn modelId="{95351173-BAE4-4C5F-B917-8DFC11B999D2}" srcId="{5FE0ED55-1035-47A6-87BB-A9F9592A8245}" destId="{7C32796D-7FC5-46DE-AF09-8F89A2EE1E7F}" srcOrd="0" destOrd="0" parTransId="{4DBB2E83-34F5-4B07-905F-514A82F29CB3}" sibTransId="{78BBA764-4256-497D-B970-273FE9EE0A91}"/>
    <dgm:cxn modelId="{26593236-A718-4D54-A384-0DA055A74236}" type="presOf" srcId="{F75DF803-873E-4BBF-9E05-2B6D402DACE2}" destId="{A23EFC41-86D8-474B-BF8B-5C3194E835F6}" srcOrd="0" destOrd="0" presId="urn:microsoft.com/office/officeart/2008/layout/VerticalCurvedList"/>
    <dgm:cxn modelId="{542BB538-B20D-4CDE-B1C5-5A7290040F37}" type="presOf" srcId="{7C32796D-7FC5-46DE-AF09-8F89A2EE1E7F}" destId="{ACC4BC2E-82C9-447A-A9CD-D14F84581DCD}" srcOrd="0" destOrd="0" presId="urn:microsoft.com/office/officeart/2008/layout/VerticalCurvedList"/>
    <dgm:cxn modelId="{E6C6BE73-FCE5-4BD7-9CED-0412AF8544FE}" srcId="{5FE0ED55-1035-47A6-87BB-A9F9592A8245}" destId="{48169A28-58FF-4B0F-8928-D36787DB974F}" srcOrd="1" destOrd="0" parTransId="{04D100AB-870D-44D1-A1D8-DCE461AB4439}" sibTransId="{08773B5B-42E1-462F-9535-87D60DA0C084}"/>
    <dgm:cxn modelId="{0C45140D-1434-4B80-ADC0-E6814414CA36}" type="presOf" srcId="{5FE0ED55-1035-47A6-87BB-A9F9592A8245}" destId="{46D64D7B-FF2E-4F92-8D41-6F634E53DAC5}" srcOrd="0" destOrd="0" presId="urn:microsoft.com/office/officeart/2008/layout/VerticalCurvedList"/>
    <dgm:cxn modelId="{608C6533-BB1A-45C3-9CBC-BAE566BB14D0}" srcId="{5FE0ED55-1035-47A6-87BB-A9F9592A8245}" destId="{332AFA2F-A72B-4AB1-89FA-B08ABDD5FB54}" srcOrd="3" destOrd="0" parTransId="{40E19A6B-3C53-43DC-BAA0-099E074728B3}" sibTransId="{D95B7E8B-58A7-45C8-B044-18FF33B0B77C}"/>
    <dgm:cxn modelId="{D38551E7-87E0-42FF-9D05-2AC31E834C42}" type="presOf" srcId="{48169A28-58FF-4B0F-8928-D36787DB974F}" destId="{6997E989-F4C0-492E-813D-DCAAA9860FEA}" srcOrd="0" destOrd="0" presId="urn:microsoft.com/office/officeart/2008/layout/VerticalCurvedList"/>
    <dgm:cxn modelId="{F8389BD4-2954-4A12-AA91-1CF853D339DE}" srcId="{5FE0ED55-1035-47A6-87BB-A9F9592A8245}" destId="{F75DF803-873E-4BBF-9E05-2B6D402DACE2}" srcOrd="2" destOrd="0" parTransId="{C0FBADED-C01B-4F44-AAC4-06C2FD04FE2B}" sibTransId="{6D282084-D417-4504-AEFA-CC299CF9593F}"/>
    <dgm:cxn modelId="{BC8A6522-629E-4C89-876D-8B88C5FAC78D}" type="presOf" srcId="{78BBA764-4256-497D-B970-273FE9EE0A91}" destId="{8818BCF7-D810-46DB-95D5-B4F933093302}" srcOrd="0" destOrd="0" presId="urn:microsoft.com/office/officeart/2008/layout/VerticalCurvedList"/>
    <dgm:cxn modelId="{8DEE0BF8-16E7-45A5-BE62-C91039EA4A7D}" type="presParOf" srcId="{46D64D7B-FF2E-4F92-8D41-6F634E53DAC5}" destId="{BAF27411-FC86-4668-8A67-0E6F36073744}" srcOrd="0" destOrd="0" presId="urn:microsoft.com/office/officeart/2008/layout/VerticalCurvedList"/>
    <dgm:cxn modelId="{EE6C8FE3-8D2A-4E57-8885-8A4C4052FB32}" type="presParOf" srcId="{BAF27411-FC86-4668-8A67-0E6F36073744}" destId="{4BBAC1CC-7B9D-4034-B51D-500CFAC5DCA2}" srcOrd="0" destOrd="0" presId="urn:microsoft.com/office/officeart/2008/layout/VerticalCurvedList"/>
    <dgm:cxn modelId="{0620375D-7860-43A8-95BB-DB6F77DAD98C}" type="presParOf" srcId="{4BBAC1CC-7B9D-4034-B51D-500CFAC5DCA2}" destId="{C06E4A82-FF32-4148-93A5-48C73DB6DCB0}" srcOrd="0" destOrd="0" presId="urn:microsoft.com/office/officeart/2008/layout/VerticalCurvedList"/>
    <dgm:cxn modelId="{224DF02A-A549-413A-8590-3513A14B41D1}" type="presParOf" srcId="{4BBAC1CC-7B9D-4034-B51D-500CFAC5DCA2}" destId="{8818BCF7-D810-46DB-95D5-B4F933093302}" srcOrd="1" destOrd="0" presId="urn:microsoft.com/office/officeart/2008/layout/VerticalCurvedList"/>
    <dgm:cxn modelId="{F24DDC78-4600-4DD5-B199-09750F5FBBB2}" type="presParOf" srcId="{4BBAC1CC-7B9D-4034-B51D-500CFAC5DCA2}" destId="{4B72E780-8304-41F3-868F-4D34CFF58249}" srcOrd="2" destOrd="0" presId="urn:microsoft.com/office/officeart/2008/layout/VerticalCurvedList"/>
    <dgm:cxn modelId="{9AB26859-3FBA-42E0-9E2D-5CB3C4F0F7D8}" type="presParOf" srcId="{4BBAC1CC-7B9D-4034-B51D-500CFAC5DCA2}" destId="{CCF65BFD-AB60-4089-A0B2-D90A1F2EF4FF}" srcOrd="3" destOrd="0" presId="urn:microsoft.com/office/officeart/2008/layout/VerticalCurvedList"/>
    <dgm:cxn modelId="{5450DB90-CCAC-48A0-8B5D-F2A20752BE53}" type="presParOf" srcId="{BAF27411-FC86-4668-8A67-0E6F36073744}" destId="{ACC4BC2E-82C9-447A-A9CD-D14F84581DCD}" srcOrd="1" destOrd="0" presId="urn:microsoft.com/office/officeart/2008/layout/VerticalCurvedList"/>
    <dgm:cxn modelId="{531A9C61-847D-45CC-BD1B-F3622C2226C0}" type="presParOf" srcId="{BAF27411-FC86-4668-8A67-0E6F36073744}" destId="{84D2CDEC-B2F8-482A-98F0-792B678EB9DE}" srcOrd="2" destOrd="0" presId="urn:microsoft.com/office/officeart/2008/layout/VerticalCurvedList"/>
    <dgm:cxn modelId="{0AAD4D28-F71F-4A34-AA04-3A858C75216A}" type="presParOf" srcId="{84D2CDEC-B2F8-482A-98F0-792B678EB9DE}" destId="{75110A15-1BAF-4E9D-A82A-8953A356C2F7}" srcOrd="0" destOrd="0" presId="urn:microsoft.com/office/officeart/2008/layout/VerticalCurvedList"/>
    <dgm:cxn modelId="{E23D7202-B119-4246-B26F-C22988A0A7E8}" type="presParOf" srcId="{BAF27411-FC86-4668-8A67-0E6F36073744}" destId="{6997E989-F4C0-492E-813D-DCAAA9860FEA}" srcOrd="3" destOrd="0" presId="urn:microsoft.com/office/officeart/2008/layout/VerticalCurvedList"/>
    <dgm:cxn modelId="{24558A6A-23C9-4C28-8A12-D8A29183CEE6}" type="presParOf" srcId="{BAF27411-FC86-4668-8A67-0E6F36073744}" destId="{3FE9E88E-6FB0-4713-AF4C-D1EF793CB0C4}" srcOrd="4" destOrd="0" presId="urn:microsoft.com/office/officeart/2008/layout/VerticalCurvedList"/>
    <dgm:cxn modelId="{C665B803-5E02-4D06-B5B5-2348AC4D9FAA}" type="presParOf" srcId="{3FE9E88E-6FB0-4713-AF4C-D1EF793CB0C4}" destId="{4AA21EF4-1A62-4962-8FCE-F730E18B4C54}" srcOrd="0" destOrd="0" presId="urn:microsoft.com/office/officeart/2008/layout/VerticalCurvedList"/>
    <dgm:cxn modelId="{469FFFEF-4D65-4D39-B004-9947AF53E421}" type="presParOf" srcId="{BAF27411-FC86-4668-8A67-0E6F36073744}" destId="{A23EFC41-86D8-474B-BF8B-5C3194E835F6}" srcOrd="5" destOrd="0" presId="urn:microsoft.com/office/officeart/2008/layout/VerticalCurvedList"/>
    <dgm:cxn modelId="{35528413-5B76-458F-9B75-7A89CADF3801}" type="presParOf" srcId="{BAF27411-FC86-4668-8A67-0E6F36073744}" destId="{8B717D39-5B49-41E5-BCEF-D2AAC87D364D}" srcOrd="6" destOrd="0" presId="urn:microsoft.com/office/officeart/2008/layout/VerticalCurvedList"/>
    <dgm:cxn modelId="{B5C9337E-13E0-454E-B444-E450753998F1}" type="presParOf" srcId="{8B717D39-5B49-41E5-BCEF-D2AAC87D364D}" destId="{F668899B-2E9B-44B7-B8E0-7053CE785A45}" srcOrd="0" destOrd="0" presId="urn:microsoft.com/office/officeart/2008/layout/VerticalCurvedList"/>
    <dgm:cxn modelId="{4CA42CD7-6AA7-4E73-B6D7-725DDC9FCDDF}" type="presParOf" srcId="{BAF27411-FC86-4668-8A67-0E6F36073744}" destId="{2CD1DD4A-BE3A-4646-A2C5-FDC61DB5CE7A}" srcOrd="7" destOrd="0" presId="urn:microsoft.com/office/officeart/2008/layout/VerticalCurvedList"/>
    <dgm:cxn modelId="{5F3D8C1F-FFAA-4650-A807-27509F559310}" type="presParOf" srcId="{BAF27411-FC86-4668-8A67-0E6F36073744}" destId="{E370AB31-9F42-4531-B482-DF4A63CA27F9}" srcOrd="8" destOrd="0" presId="urn:microsoft.com/office/officeart/2008/layout/VerticalCurvedList"/>
    <dgm:cxn modelId="{E8E58180-B8A0-4708-905B-09E32A17022F}" type="presParOf" srcId="{E370AB31-9F42-4531-B482-DF4A63CA27F9}" destId="{785D91D2-7547-4A30-8514-808EE7EFF04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8BCF7-D810-46DB-95D5-B4F933093302}">
      <dsp:nvSpPr>
        <dsp:cNvPr id="0" name=""/>
        <dsp:cNvSpPr/>
      </dsp:nvSpPr>
      <dsp:spPr>
        <a:xfrm>
          <a:off x="-4624868" y="-709049"/>
          <a:ext cx="5509086" cy="5509086"/>
        </a:xfrm>
        <a:prstGeom prst="blockArc">
          <a:avLst>
            <a:gd name="adj1" fmla="val 18900000"/>
            <a:gd name="adj2" fmla="val 2700000"/>
            <a:gd name="adj3" fmla="val 392"/>
          </a:avLst>
        </a:prstGeom>
        <a:noFill/>
        <a:ln w="34925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C4BC2E-82C9-447A-A9CD-D14F84581DCD}">
      <dsp:nvSpPr>
        <dsp:cNvPr id="0" name=""/>
        <dsp:cNvSpPr/>
      </dsp:nvSpPr>
      <dsp:spPr>
        <a:xfrm>
          <a:off x="463124" y="314515"/>
          <a:ext cx="9082462" cy="6293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552" tIns="101600" rIns="101600" bIns="1016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4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Lý do chọn đề tài</a:t>
          </a:r>
          <a:endParaRPr lang="en-US" sz="4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124" y="314515"/>
        <a:ext cx="9082462" cy="629357"/>
      </dsp:txXfrm>
    </dsp:sp>
    <dsp:sp modelId="{75110A15-1BAF-4E9D-A82A-8953A356C2F7}">
      <dsp:nvSpPr>
        <dsp:cNvPr id="0" name=""/>
        <dsp:cNvSpPr/>
      </dsp:nvSpPr>
      <dsp:spPr>
        <a:xfrm>
          <a:off x="69775" y="235845"/>
          <a:ext cx="786696" cy="7866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97E989-F4C0-492E-813D-DCAAA9860FEA}">
      <dsp:nvSpPr>
        <dsp:cNvPr id="0" name=""/>
        <dsp:cNvSpPr/>
      </dsp:nvSpPr>
      <dsp:spPr>
        <a:xfrm>
          <a:off x="823949" y="1258714"/>
          <a:ext cx="8721637" cy="629357"/>
        </a:xfrm>
        <a:prstGeom prst="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552" tIns="101600" rIns="101600" bIns="1016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4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Cơ sở lý thuyết</a:t>
          </a:r>
          <a:endParaRPr lang="en-US" sz="4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23949" y="1258714"/>
        <a:ext cx="8721637" cy="629357"/>
      </dsp:txXfrm>
    </dsp:sp>
    <dsp:sp modelId="{4AA21EF4-1A62-4962-8FCE-F730E18B4C54}">
      <dsp:nvSpPr>
        <dsp:cNvPr id="0" name=""/>
        <dsp:cNvSpPr/>
      </dsp:nvSpPr>
      <dsp:spPr>
        <a:xfrm>
          <a:off x="430601" y="1180045"/>
          <a:ext cx="786696" cy="7866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-1488257"/>
              <a:satOff val="8966"/>
              <a:lumOff val="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EFC41-86D8-474B-BF8B-5C3194E835F6}">
      <dsp:nvSpPr>
        <dsp:cNvPr id="0" name=""/>
        <dsp:cNvSpPr/>
      </dsp:nvSpPr>
      <dsp:spPr>
        <a:xfrm>
          <a:off x="878023" y="2243105"/>
          <a:ext cx="8721637" cy="629357"/>
        </a:xfrm>
        <a:prstGeom prst="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552" tIns="101600" rIns="101600" bIns="1016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4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Giới thiệu chương trình</a:t>
          </a:r>
          <a:endParaRPr lang="en-US" sz="4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78023" y="2243105"/>
        <a:ext cx="8721637" cy="629357"/>
      </dsp:txXfrm>
    </dsp:sp>
    <dsp:sp modelId="{F668899B-2E9B-44B7-B8E0-7053CE785A45}">
      <dsp:nvSpPr>
        <dsp:cNvPr id="0" name=""/>
        <dsp:cNvSpPr/>
      </dsp:nvSpPr>
      <dsp:spPr>
        <a:xfrm>
          <a:off x="430601" y="2124244"/>
          <a:ext cx="786696" cy="7866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-2976513"/>
              <a:satOff val="17933"/>
              <a:lumOff val="1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1DD4A-BE3A-4646-A2C5-FDC61DB5CE7A}">
      <dsp:nvSpPr>
        <dsp:cNvPr id="0" name=""/>
        <dsp:cNvSpPr/>
      </dsp:nvSpPr>
      <dsp:spPr>
        <a:xfrm>
          <a:off x="463124" y="3147114"/>
          <a:ext cx="9082462" cy="629357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552" tIns="101600" rIns="101600" bIns="1016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4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Kết luận</a:t>
          </a:r>
          <a:endParaRPr lang="en-US" sz="4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124" y="3147114"/>
        <a:ext cx="9082462" cy="629357"/>
      </dsp:txXfrm>
    </dsp:sp>
    <dsp:sp modelId="{785D91D2-7547-4A30-8514-808EE7EFF044}">
      <dsp:nvSpPr>
        <dsp:cNvPr id="0" name=""/>
        <dsp:cNvSpPr/>
      </dsp:nvSpPr>
      <dsp:spPr>
        <a:xfrm>
          <a:off x="69775" y="3068444"/>
          <a:ext cx="786696" cy="7866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816328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189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046299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6859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785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8085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604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0465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8563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1803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6274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0743A6A-349E-4231-B17E-DDECAE1D3108}" type="datetimeFigureOut">
              <a:rPr lang="vi-VN" smtClean="0"/>
              <a:t>13/08/2021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D85FBAF-A1AA-4D41-9A56-60445ED469F9}" type="slidenum">
              <a:rPr lang="vi-VN" smtClean="0"/>
              <a:t>‹#›</a:t>
            </a:fld>
            <a:endParaRPr lang="vi-VN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1869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6386" y="0"/>
            <a:ext cx="11234059" cy="71715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ĐỒ ÁN CHUYÊN ĐỀ CNPM</a:t>
            </a:r>
            <a:endParaRPr lang="vi-V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2057" y="4284617"/>
            <a:ext cx="4336870" cy="1397726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GVHD: </a:t>
            </a:r>
            <a:r>
              <a:rPr lang="vi-V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ThS.Nguyễn </a:t>
            </a:r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Thanh </a:t>
            </a:r>
            <a:r>
              <a:rPr lang="vi-V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Cẩm</a:t>
            </a:r>
          </a:p>
          <a:p>
            <a:pPr algn="l"/>
            <a:r>
              <a:rPr lang="vi-V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SVTH</a:t>
            </a:r>
            <a:r>
              <a:rPr lang="vi-VN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Võ Huy Khoa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06286" y="1058092"/>
            <a:ext cx="9157062" cy="717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 tài:</a:t>
            </a:r>
            <a:endParaRPr lang="vi-V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75657" y="1775243"/>
            <a:ext cx="9823269" cy="1950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sz="10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WEBSITE GIAO NHẬN HÀNG TRỰC TUYẾN</a:t>
            </a:r>
            <a:endParaRPr lang="vi-VN" sz="10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45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515155"/>
              </p:ext>
            </p:extLst>
          </p:nvPr>
        </p:nvGraphicFramePr>
        <p:xfrm>
          <a:off x="1371600" y="1776413"/>
          <a:ext cx="9601200" cy="4090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58983" y="2197656"/>
            <a:ext cx="391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vi-V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50868" y="3158371"/>
            <a:ext cx="391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0868" y="4119086"/>
            <a:ext cx="378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8983" y="5046549"/>
            <a:ext cx="378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vi-V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84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303"/>
          </a:xfrm>
        </p:spPr>
        <p:txBody>
          <a:bodyPr/>
          <a:lstStyle/>
          <a:p>
            <a:r>
              <a:rPr lang="vi-V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 đề tài</a:t>
            </a:r>
            <a:endParaRPr lang="vi-V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907177"/>
            <a:ext cx="9601200" cy="396022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ông </a:t>
            </a:r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 thông tin được ứng dụng </a:t>
            </a:r>
            <a:r>
              <a:rPr lang="vi-V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việc</a:t>
            </a:r>
            <a:r>
              <a:rPr lang="vi-VN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 cầu vận chuyển hàng hóa</a:t>
            </a:r>
            <a:r>
              <a:rPr lang="vi-VN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trung gian giữa người bán mua người mua</a:t>
            </a:r>
            <a:r>
              <a:rPr lang="vi-VN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1528354" y="4543942"/>
            <a:ext cx="1123406" cy="6792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782388" y="4630782"/>
            <a:ext cx="8516983" cy="79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endParaRPr lang="vi-V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Franklin Gothic Book" panose="020B0503020102020204" pitchFamily="34" charset="0"/>
              <a:buNone/>
            </a:pP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1225" y="4630782"/>
            <a:ext cx="6608075" cy="592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giao nhận hàng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38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68680"/>
          </a:xfrm>
        </p:spPr>
        <p:txBody>
          <a:bodyPr>
            <a:normAutofit/>
          </a:bodyPr>
          <a:lstStyle/>
          <a:p>
            <a:pPr lvl="0"/>
            <a:r>
              <a:rPr lang="vi-V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sở lý </a:t>
            </a:r>
            <a:r>
              <a:rPr lang="vi-VN" sz="4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endParaRPr lang="vi-VN" sz="40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54480"/>
            <a:ext cx="9601200" cy="4312920"/>
          </a:xfrm>
        </p:spPr>
        <p:txBody>
          <a:bodyPr>
            <a:normAutofit/>
          </a:bodyPr>
          <a:lstStyle/>
          <a:p>
            <a:r>
              <a:rPr lang="vi-VN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16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86246"/>
          </a:xfrm>
        </p:spPr>
        <p:txBody>
          <a:bodyPr>
            <a:normAutofit fontScale="90000"/>
          </a:bodyPr>
          <a:lstStyle/>
          <a:p>
            <a:pPr lvl="0"/>
            <a:r>
              <a:rPr lang="vi-V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chương trình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vi-VN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416" y="1671638"/>
            <a:ext cx="9431383" cy="4195762"/>
          </a:xfrm>
        </p:spPr>
      </p:pic>
    </p:spTree>
    <p:extLst>
      <p:ext uri="{BB962C8B-B14F-4D97-AF65-F5344CB8AC3E}">
        <p14:creationId xmlns:p14="http://schemas.microsoft.com/office/powerpoint/2010/main" val="175126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86246"/>
          </a:xfrm>
        </p:spPr>
        <p:txBody>
          <a:bodyPr>
            <a:normAutofit fontScale="90000"/>
          </a:bodyPr>
          <a:lstStyle/>
          <a:p>
            <a:pPr lvl="0"/>
            <a:r>
              <a:rPr lang="vi-V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chương trình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vi-VN" sz="40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672046"/>
            <a:ext cx="9601200" cy="4195354"/>
          </a:xfrm>
        </p:spPr>
      </p:pic>
    </p:spTree>
    <p:extLst>
      <p:ext uri="{BB962C8B-B14F-4D97-AF65-F5344CB8AC3E}">
        <p14:creationId xmlns:p14="http://schemas.microsoft.com/office/powerpoint/2010/main" val="192539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86246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vi-V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72046"/>
            <a:ext cx="9601200" cy="419535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đạt được:</a:t>
            </a:r>
          </a:p>
          <a:p>
            <a:pPr>
              <a:buFont typeface="Symbol" panose="05050102010706020507" pitchFamily="18" charset="2"/>
              <a:buChar char=""/>
            </a:pP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diện hoàn chỉnh website giao nhận hàng</a:t>
            </a:r>
            <a:r>
              <a:rPr lang="vi-VN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Char char=""/>
            </a:pP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các chức năng nhận hàng, giao hàng, tổng kết sản phẩm..</a:t>
            </a:r>
            <a:r>
              <a:rPr lang="vi-VN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 của chương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trình:</a:t>
            </a:r>
          </a:p>
          <a:p>
            <a:pPr lvl="0">
              <a:buFont typeface="Symbol" panose="05050102010706020507" pitchFamily="18" charset="2"/>
              <a:buChar char="-"/>
            </a:pP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quãng đường đi giao hàng</a:t>
            </a:r>
            <a:r>
              <a:rPr lang="vi-VN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-"/>
            </a:pP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 sung chức năng đánh giá sau mỗi lần nhận hàng</a:t>
            </a:r>
            <a:r>
              <a:rPr lang="vi-VN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-"/>
            </a:pPr>
            <a:endParaRPr lang="vi-VN" dirty="0"/>
          </a:p>
          <a:p>
            <a:pPr>
              <a:buFont typeface="Wingdings" panose="05000000000000000000" pitchFamily="2" charset="2"/>
              <a:buChar char="v"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95247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23" y="627063"/>
            <a:ext cx="9316154" cy="5240337"/>
          </a:xfrm>
        </p:spPr>
      </p:pic>
    </p:spTree>
    <p:extLst>
      <p:ext uri="{BB962C8B-B14F-4D97-AF65-F5344CB8AC3E}">
        <p14:creationId xmlns:p14="http://schemas.microsoft.com/office/powerpoint/2010/main" val="381485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121</TotalTime>
  <Words>163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Franklin Gothic Book</vt:lpstr>
      <vt:lpstr>Symbol</vt:lpstr>
      <vt:lpstr>Tahoma</vt:lpstr>
      <vt:lpstr>Times New Roman</vt:lpstr>
      <vt:lpstr>Wingdings</vt:lpstr>
      <vt:lpstr>Wingdings 3</vt:lpstr>
      <vt:lpstr>Crop</vt:lpstr>
      <vt:lpstr>BÁO CÁO ĐỒ ÁN CHUYÊN ĐỀ CNPM</vt:lpstr>
      <vt:lpstr>NỘI DUNG</vt:lpstr>
      <vt:lpstr>Lý do chọn đề tài</vt:lpstr>
      <vt:lpstr>Cơ sở lý thuyết</vt:lpstr>
      <vt:lpstr>Giới thiệu chương trình </vt:lpstr>
      <vt:lpstr>Giới thiệu chương trình </vt:lpstr>
      <vt:lpstr>Kết luận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</dc:title>
  <dc:creator>Noname</dc:creator>
  <cp:lastModifiedBy>Admin</cp:lastModifiedBy>
  <cp:revision>13</cp:revision>
  <dcterms:created xsi:type="dcterms:W3CDTF">2018-03-12T04:31:42Z</dcterms:created>
  <dcterms:modified xsi:type="dcterms:W3CDTF">2021-08-13T08:41:03Z</dcterms:modified>
</cp:coreProperties>
</file>